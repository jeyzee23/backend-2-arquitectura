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Tickets, inscripciones y relaciones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Ticket model.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Relación Event ↔ User.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Cupos.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Índice único event+user.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Reglas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Event published.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Sin cupos → 409.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Ya inscripto → 409.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meetops-semana7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inscribirse + /tickets/mine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Inscripciones listas.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DAO/DTO/Repository.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