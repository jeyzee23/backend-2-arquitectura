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Arquitectura profesional: DAO · DTO · Repository</a:t>
            </a:r>
            <a:br/>
            <a:r>
              <a:t>MeetOps — laboratorio starter + completa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Qué vamos a aprender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Separar persistencia (DAO) de orquestación (Repository).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Proteger la API con DTO (nunca exponer password).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Flujo: Route → Controller → Service → Repository → DAO → Model.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Refactorizar código que ya funciona hacia capas profesionales.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Service que importa mongoose y arma la respuesta HTTP.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Password o campos internos filtrados al cliente.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Difícil cambiar Mongo por otro storage.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Tests acoplados al driver.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DAO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Data Access Object = acceso crudo al model.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Solo create / find / update / delete.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Sin reglas de negocio.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Ejemplo: UserDAO.findByEmail()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Orquesta el DAO.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El Service depende del Repository, no de mongoose.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Facilita cambiar la implementación del storage.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Ejemplo: UserRepository.getByEmail()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DTO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Data Transfer Object = forma de salida.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UserDTO: id, nombre, email, role.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Nunca incluye password ni __v.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 aplica en el Service antes de responder.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Flujo MeetOps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1. Route recibe POST /api/sessions/register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2. Controller llama SessionsService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3. Service valida + hash + UserRepository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4. Repository → UserDAO → UserModel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5. Respuesta con UserDTO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Laboratorio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Abrir meetops-semana8-starter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Routes/Controllers/Services/Models YA están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Completar dao/, repositories/, dto/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Seguir LAB.md en orden: User → Event → Ticket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Versión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meetops-semana8-completa = solución de referencia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install &amp;&amp; npm run start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run smoke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Mostrar que current no trae password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Exponer password en JSON.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Service que usa UserModel directo.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DTO con lógica de negocio pesada.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DAO con validaciones de cupos (eso es Service).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10 minutos · armar entorno starter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Hoy: capas DAO / DTO / Repository en MeetOps.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Starter desarrollado en vivo + completa de backup.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Próxima: capstone / entrega final (Semana 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