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515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41821"/>
                </a:solidFill>
              </a:defRPr>
            </a:pPr>
            <a:r>
              <a:t>BACKEND II</a:t>
            </a:r>
            <a:br/>
            <a:r>
              <a:t>Semana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84048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64650"/>
                </a:solidFill>
              </a:defRPr>
            </a:pPr>
            <a:r>
              <a:t>Login, JWT y sesión del usuario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1821"/>
                </a:solidFill>
              </a:defRPr>
            </a:pPr>
            <a:r>
              <a:t>Qué vamos a aprender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Login con email/password.</a:t>
            </a:r>
          </a:p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Emitir JWT.</a:t>
            </a:r>
          </a:p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GET /sessions/current.</a:t>
            </a:r>
          </a:p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Middleware Bearer.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1821"/>
                </a:solidFill>
              </a:defRPr>
            </a:pPr>
            <a:r>
              <a:t>JWT en 1 minuto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Header.Payload.Signature</a:t>
            </a:r>
          </a:p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Firmado con JWT_SECRET</a:t>
            </a:r>
          </a:p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Stateless: el server no guarda sesión en memoria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1821"/>
                </a:solidFill>
              </a:defRPr>
            </a:pPr>
            <a:r>
              <a:t>Flujo login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Buscar user.</a:t>
            </a:r>
          </a:p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isValidPassword.</a:t>
            </a:r>
          </a:p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generateToken({id,email,role}).</a:t>
            </a:r>
          </a:p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Devolver token.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1821"/>
                </a:solidFill>
              </a:defRPr>
            </a:pPr>
            <a:r>
              <a:t>Laboratorio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meetops-semana3</a:t>
            </a:r>
          </a:p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register → login → current</a:t>
            </a:r>
          </a:p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npm run smoke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1821"/>
                </a:solidFill>
              </a:defRPr>
            </a:pPr>
            <a:r>
              <a:t>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Secret débil en prod.</a:t>
            </a:r>
          </a:p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Meter password en el token.</a:t>
            </a:r>
          </a:p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Olvidar Bearer prefix.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1821"/>
                </a:solidFill>
              </a:defRPr>
            </a:pPr>
            <a:r>
              <a:t>Cierre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Sesión JWT lista.</a:t>
            </a:r>
          </a:p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Próxima: Passport.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