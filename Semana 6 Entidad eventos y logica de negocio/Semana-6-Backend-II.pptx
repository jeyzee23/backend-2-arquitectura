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41821"/>
                </a:solidFill>
              </a:defRPr>
            </a:pPr>
            <a:r>
              <a:t>BACKEND II</a:t>
            </a:r>
            <a:br/>
            <a:r>
              <a:t>Semana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64650"/>
                </a:solidFill>
              </a:defRPr>
            </a:pPr>
            <a:r>
              <a:t>Entidad eventos y lógica de negocio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1821"/>
                </a:solidFill>
              </a:defRPr>
            </a:pPr>
            <a:r>
              <a:t>Qué vamos a aprender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Event model rico.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EventsService.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capacity, status, organizer.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Controllers finos.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1821"/>
                </a:solidFill>
              </a:defRPr>
            </a:pPr>
            <a:r>
              <a:t>Reglas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title + starts_at + capacity obligatorios.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status published por default.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organizer = user autenticado.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1821"/>
                </a:solidFill>
              </a:defRPr>
            </a:pPr>
            <a:r>
              <a:t>Laboratorio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meetops-semana6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CRUD list/get/create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npm run smoke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1821"/>
                </a:solidFill>
              </a:defRPr>
            </a:pPr>
            <a:r>
              <a:t>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Eventos con servicio.</a:t>
            </a:r>
          </a:p>
          <a:p>
            <a:pPr>
              <a:spcAft>
                <a:spcPts val="1000"/>
              </a:spcAft>
              <a:defRPr sz="2200">
                <a:solidFill>
                  <a:srgbClr val="232832"/>
                </a:solidFill>
              </a:defRPr>
            </a:pPr>
            <a:r>
              <a:t>•  Próxima: tickets.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