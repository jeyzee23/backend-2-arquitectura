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41821"/>
                </a:solidFill>
              </a:defRPr>
            </a:pPr>
            <a:r>
              <a:t>BACKEND II</a:t>
            </a:r>
            <a:br/>
            <a:r>
              <a:t>Semana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64650"/>
                </a:solidFill>
              </a:defRPr>
            </a:pPr>
            <a:r>
              <a:t>Proyecto final y entrega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Cerrar MeetOps con arquitectura completa.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Demo + checklist de entrega.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Smoke verde.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Checklist entrega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Auth + roles.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Events + tickets.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DAO/DTO/Repository.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README + Postman + .env.example.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register/login/current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crear evento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inscribirse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mostrar DTO sin password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Curso Backend II cerrado.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Buen 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