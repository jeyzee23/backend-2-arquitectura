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1821"/>
                </a:solidFill>
              </a:defRPr>
            </a:pPr>
            <a:r>
              <a:t>BACKEND II</a:t>
            </a:r>
            <a:br/>
            <a:r>
              <a:t>Semana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50"/>
                </a:solidFill>
              </a:defRPr>
            </a:pPr>
            <a:r>
              <a:t>Passport y estrategias avanzadas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Qué vamos a aprender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passport-jwt.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Extractor Bearer + cookie.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Refactor del middleware casero.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Logout limpiando cookie.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Por qué Passport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Estrategias plugables.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Menos código propio de auth.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Base para OAuth más adelante.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Laboratorio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meetops-semana4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login setea cookie httpOnly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current con Passport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npm run smoke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session: true por error.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No inicializar passport.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Cookie sin httpOnly.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Auth con Passport.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Próxima: roles.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