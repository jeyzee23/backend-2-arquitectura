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515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41821"/>
                </a:solidFill>
              </a:defRPr>
            </a:pPr>
            <a:r>
              <a:t>BACKEND II</a:t>
            </a:r>
            <a:br/>
            <a:r>
              <a:t>Semana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84048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464650"/>
                </a:solidFill>
              </a:defRPr>
            </a:pPr>
            <a:r>
              <a:t>Usuarios, registro y seguridad inicial</a:t>
            </a:r>
            <a:br/>
            <a:r>
              <a:t>MeetOps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41821"/>
                </a:solidFill>
              </a:defRPr>
            </a:pPr>
            <a:r>
              <a:t>Qué vamos a aprender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32832"/>
                </a:solidFill>
              </a:defRPr>
            </a:pPr>
            <a:r>
              <a:t>•  Conectar MongoDB.</a:t>
            </a:r>
          </a:p>
          <a:p>
            <a:pPr>
              <a:spcAft>
                <a:spcPts val="1000"/>
              </a:spcAft>
              <a:defRPr sz="2200">
                <a:solidFill>
                  <a:srgbClr val="232832"/>
                </a:solidFill>
              </a:defRPr>
            </a:pPr>
            <a:r>
              <a:t>•  Model User.</a:t>
            </a:r>
          </a:p>
          <a:p>
            <a:pPr>
              <a:spcAft>
                <a:spcPts val="1000"/>
              </a:spcAft>
              <a:defRPr sz="2200">
                <a:solidFill>
                  <a:srgbClr val="232832"/>
                </a:solidFill>
              </a:defRPr>
            </a:pPr>
            <a:r>
              <a:t>•  POST /sessions/register.</a:t>
            </a:r>
          </a:p>
          <a:p>
            <a:pPr>
              <a:spcAft>
                <a:spcPts val="1000"/>
              </a:spcAft>
              <a:defRPr sz="2200">
                <a:solidFill>
                  <a:srgbClr val="232832"/>
                </a:solidFill>
              </a:defRPr>
            </a:pPr>
            <a:r>
              <a:t>•  Hashing con bcrypt.</a:t>
            </a:r>
          </a:p>
          <a:p>
            <a:pPr>
              <a:spcAft>
                <a:spcPts val="1000"/>
              </a:spcAft>
              <a:defRPr sz="2200">
                <a:solidFill>
                  <a:srgbClr val="232832"/>
                </a:solidFill>
              </a:defRPr>
            </a:pPr>
            <a:r>
              <a:t>•  No devolver password.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41821"/>
                </a:solidFill>
              </a:defRPr>
            </a:pPr>
            <a:r>
              <a:t>Por qué hashear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32832"/>
                </a:solidFill>
              </a:defRPr>
            </a:pPr>
            <a:r>
              <a:t>•  Password en texto plano = filtración total.</a:t>
            </a:r>
          </a:p>
          <a:p>
            <a:pPr>
              <a:spcAft>
                <a:spcPts val="1000"/>
              </a:spcAft>
              <a:defRPr sz="2200">
                <a:solidFill>
                  <a:srgbClr val="232832"/>
                </a:solidFill>
              </a:defRPr>
            </a:pPr>
            <a:r>
              <a:t>•  bcrypt + salt.</a:t>
            </a:r>
          </a:p>
          <a:p>
            <a:pPr>
              <a:spcAft>
                <a:spcPts val="1000"/>
              </a:spcAft>
              <a:defRPr sz="2200">
                <a:solidFill>
                  <a:srgbClr val="232832"/>
                </a:solidFill>
              </a:defRPr>
            </a:pPr>
            <a:r>
              <a:t>•  Nunca loguear passwords.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41821"/>
                </a:solidFill>
              </a:defRPr>
            </a:pPr>
            <a:r>
              <a:t>Flujo register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32832"/>
                </a:solidFill>
              </a:defRPr>
            </a:pPr>
            <a:r>
              <a:t>•  Validar campos.</a:t>
            </a:r>
          </a:p>
          <a:p>
            <a:pPr>
              <a:spcAft>
                <a:spcPts val="1000"/>
              </a:spcAft>
              <a:defRPr sz="2200">
                <a:solidFill>
                  <a:srgbClr val="232832"/>
                </a:solidFill>
              </a:defRPr>
            </a:pPr>
            <a:r>
              <a:t>•  Chequear email único.</a:t>
            </a:r>
          </a:p>
          <a:p>
            <a:pPr>
              <a:spcAft>
                <a:spcPts val="1000"/>
              </a:spcAft>
              <a:defRPr sz="2200">
                <a:solidFill>
                  <a:srgbClr val="232832"/>
                </a:solidFill>
              </a:defRPr>
            </a:pPr>
            <a:r>
              <a:t>•  createHash(password).</a:t>
            </a:r>
          </a:p>
          <a:p>
            <a:pPr>
              <a:spcAft>
                <a:spcPts val="1000"/>
              </a:spcAft>
              <a:defRPr sz="2200">
                <a:solidFill>
                  <a:srgbClr val="232832"/>
                </a:solidFill>
              </a:defRPr>
            </a:pPr>
            <a:r>
              <a:t>•  Guardar user.</a:t>
            </a:r>
          </a:p>
          <a:p>
            <a:pPr>
              <a:spcAft>
                <a:spcPts val="1000"/>
              </a:spcAft>
              <a:defRPr sz="2200">
                <a:solidFill>
                  <a:srgbClr val="232832"/>
                </a:solidFill>
              </a:defRPr>
            </a:pPr>
            <a:r>
              <a:t>•  Responder sin password.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41821"/>
                </a:solidFill>
              </a:defRPr>
            </a:pPr>
            <a:r>
              <a:t>Laboratorio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32832"/>
                </a:solidFill>
              </a:defRPr>
            </a:pPr>
            <a:r>
              <a:t>•  Abrir meetops-semana2</a:t>
            </a:r>
          </a:p>
          <a:p>
            <a:pPr>
              <a:spcAft>
                <a:spcPts val="1000"/>
              </a:spcAft>
              <a:defRPr sz="2200">
                <a:solidFill>
                  <a:srgbClr val="232832"/>
                </a:solidFill>
              </a:defRPr>
            </a:pPr>
            <a:r>
              <a:t>•  npm install &amp;&amp; npm run start</a:t>
            </a:r>
          </a:p>
          <a:p>
            <a:pPr>
              <a:spcAft>
                <a:spcPts val="1000"/>
              </a:spcAft>
              <a:defRPr sz="2200">
                <a:solidFill>
                  <a:srgbClr val="232832"/>
                </a:solidFill>
              </a:defRPr>
            </a:pPr>
            <a:r>
              <a:t>•  Probar register en Postman</a:t>
            </a:r>
          </a:p>
          <a:p>
            <a:pPr>
              <a:spcAft>
                <a:spcPts val="1000"/>
              </a:spcAft>
              <a:defRPr sz="2200">
                <a:solidFill>
                  <a:srgbClr val="232832"/>
                </a:solidFill>
              </a:defRPr>
            </a:pPr>
            <a:r>
              <a:t>•  npm run smoke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41821"/>
                </a:solidFill>
              </a:defRPr>
            </a:pPr>
            <a:r>
              <a:t>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32832"/>
                </a:solidFill>
              </a:defRPr>
            </a:pPr>
            <a:r>
              <a:t>•  Devolver password en JSON.</a:t>
            </a:r>
          </a:p>
          <a:p>
            <a:pPr>
              <a:spcAft>
                <a:spcPts val="1000"/>
              </a:spcAft>
              <a:defRPr sz="2200">
                <a:solidFill>
                  <a:srgbClr val="232832"/>
                </a:solidFill>
              </a:defRPr>
            </a:pPr>
            <a:r>
              <a:t>•  Hardcodear MONGO_URL.</a:t>
            </a:r>
          </a:p>
          <a:p>
            <a:pPr>
              <a:spcAft>
                <a:spcPts val="1000"/>
              </a:spcAft>
              <a:defRPr sz="2200">
                <a:solidFill>
                  <a:srgbClr val="232832"/>
                </a:solidFill>
              </a:defRPr>
            </a:pPr>
            <a:r>
              <a:t>•  Olvidar unique en email.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41821"/>
                </a:solidFill>
              </a:defRPr>
            </a:pPr>
            <a:r>
              <a:t>Cierre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32832"/>
                </a:solidFill>
              </a:defRPr>
            </a:pPr>
            <a:r>
              <a:t>•  Registro seguro listo.</a:t>
            </a:r>
          </a:p>
          <a:p>
            <a:pPr>
              <a:spcAft>
                <a:spcPts val="1000"/>
              </a:spcAft>
              <a:defRPr sz="2200">
                <a:solidFill>
                  <a:srgbClr val="232832"/>
                </a:solidFill>
              </a:defRPr>
            </a:pPr>
            <a:r>
              <a:t>•  Próxima: login + JWT.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