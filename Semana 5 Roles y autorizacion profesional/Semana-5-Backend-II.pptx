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Roles y autorización profesional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Auth vs AuthZ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Autenticación: ¿quién sos?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Autorización: ¿qué podés hacer?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Roles: admin · organizer · user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authorizeRoles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Middleware después del JWT.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403 si el role no alcanza.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POST /events solo organizer/admin.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meetops-semana5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user no puede crear evento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organizer sí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run smoke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Chequear role en el front solamente.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Roles hardcodeados en cada route sin helper.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RBAC básico listo.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Próxima: entidad Event.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